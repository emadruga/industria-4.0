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Average"/>
      <p:regular r:id="rId8"/>
    </p:embeddedFont>
    <p:embeddedFont>
      <p:font typeface="Oswald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45B887-F2C1-453A-915E-8600B791A4F5}">
  <a:tblStyle styleId="{7245B887-F2C1-453A-915E-8600B791A4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font" Target="fonts/Oswald-bold.fntdata"/><Relationship Id="rId9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Averag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7cd2ba414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7cd2ba414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Template</a:t>
            </a:r>
            <a:endParaRPr/>
          </a:p>
        </p:txBody>
      </p:sp>
      <p:graphicFrame>
        <p:nvGraphicFramePr>
          <p:cNvPr id="60" name="Google Shape;60;p13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{7245B887-F2C1-453A-915E-8600B791A4F5}</a:tableStyleId>
              </a:tblPr>
              <a:tblGrid>
                <a:gridCol w="2087775"/>
                <a:gridCol w="1531725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Variável (Capacidade)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Bloco/Pilar: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Dimensão: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Questão: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Peso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Item de Resposta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Nível 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Siri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2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 Preditivo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6 Adaptativo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